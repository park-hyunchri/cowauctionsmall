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098" y="8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25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82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48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91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41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92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9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83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78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97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1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4ACE7-17C0-401D-973C-0D7D0739C283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020" y="307818"/>
            <a:ext cx="6433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춘천</a:t>
            </a:r>
            <a:r>
              <a:rPr lang="en-US" altLang="ko-KR" dirty="0"/>
              <a:t> </a:t>
            </a:r>
            <a:r>
              <a:rPr lang="ko-KR" altLang="en-US" dirty="0"/>
              <a:t>축협 적용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en-US" altLang="ko-KR" sz="1200" dirty="0"/>
              <a:t>- 260722 </a:t>
            </a:r>
            <a:r>
              <a:rPr lang="ko-KR" altLang="en-US" sz="1200" dirty="0"/>
              <a:t>춘천 조합 코드로 적용 </a:t>
            </a:r>
            <a:r>
              <a:rPr lang="en-US" altLang="ko-KR" sz="1200" dirty="0"/>
              <a:t>8808990656229</a:t>
            </a:r>
            <a:endParaRPr lang="ko-KR" altLang="en-US" sz="1200" dirty="0"/>
          </a:p>
        </p:txBody>
      </p:sp>
      <p:sp>
        <p:nvSpPr>
          <p:cNvPr id="10" name="오른쪽 화살표 9"/>
          <p:cNvSpPr/>
          <p:nvPr/>
        </p:nvSpPr>
        <p:spPr>
          <a:xfrm rot="5400000">
            <a:off x="976227" y="3508537"/>
            <a:ext cx="516047" cy="307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9372E7-6ABA-82EF-536E-3A71FC6A0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24" y="1223706"/>
            <a:ext cx="1219370" cy="122889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1BBD6AA-8AE7-BED3-557A-15F7D4FA3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40" y="1223706"/>
            <a:ext cx="1228896" cy="121937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B81B8C8-C1AB-8D74-29A4-C55E5B4D6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688" y="1223706"/>
            <a:ext cx="1228896" cy="123842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75D19AD-E8D1-9C68-3390-60D4CDA71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18" y="1209589"/>
            <a:ext cx="1200318" cy="121937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C544112-E2DB-C5E0-09D4-B4E8D40A3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224" y="3991571"/>
            <a:ext cx="1181265" cy="120984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75CC8D0-BF6D-46B2-2CC6-98174A3937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5834" y="3991571"/>
            <a:ext cx="1209844" cy="121937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E74300A-F591-C886-4284-54ED14D5D5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239" y="3991571"/>
            <a:ext cx="1209844" cy="120984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975AC0E-B3A0-AB2D-53AE-787072C274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255" y="3991571"/>
            <a:ext cx="1209844" cy="12288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3EA30E0-34B2-5C5C-6D0F-58FA276566D4}"/>
              </a:ext>
            </a:extLst>
          </p:cNvPr>
          <p:cNvSpPr txBox="1"/>
          <p:nvPr/>
        </p:nvSpPr>
        <p:spPr>
          <a:xfrm>
            <a:off x="176019" y="2452602"/>
            <a:ext cx="6433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기존 사용버전</a:t>
            </a:r>
            <a:endParaRPr lang="en-US" altLang="ko-KR" sz="1200" dirty="0"/>
          </a:p>
          <a:p>
            <a:r>
              <a:rPr lang="en-US" altLang="ko-KR" sz="1200" dirty="0"/>
              <a:t>    </a:t>
            </a:r>
            <a:r>
              <a:rPr lang="ko-KR" altLang="en-US" sz="1200" dirty="0"/>
              <a:t>뿌리농가 적용여부 </a:t>
            </a:r>
            <a:r>
              <a:rPr lang="en-US" altLang="ko-KR" sz="1200" dirty="0"/>
              <a:t>: </a:t>
            </a:r>
            <a:r>
              <a:rPr lang="ko-KR" altLang="ko-KR" dirty="0"/>
              <a:t>&lt;</a:t>
            </a:r>
            <a:r>
              <a:rPr lang="ko-KR" altLang="ko-KR" dirty="0" err="1"/>
              <a:t>IsShowQQuri</a:t>
            </a:r>
            <a:r>
              <a:rPr lang="ko-KR" altLang="ko-KR" dirty="0"/>
              <a:t>&gt;</a:t>
            </a:r>
            <a:r>
              <a:rPr lang="ko-KR" altLang="ko-KR" dirty="0" err="1"/>
              <a:t>x</a:t>
            </a:r>
            <a:r>
              <a:rPr lang="ko-KR" altLang="ko-KR" dirty="0"/>
              <a:t>&lt;/</a:t>
            </a:r>
            <a:r>
              <a:rPr lang="ko-KR" altLang="ko-KR" dirty="0" err="1"/>
              <a:t>IsShowQQuri</a:t>
            </a:r>
            <a:r>
              <a:rPr lang="ko-KR" altLang="ko-KR" dirty="0"/>
              <a:t>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BE5D18-0947-F32A-9A90-6B49FC6702F2}"/>
              </a:ext>
            </a:extLst>
          </p:cNvPr>
          <p:cNvSpPr txBox="1"/>
          <p:nvPr/>
        </p:nvSpPr>
        <p:spPr>
          <a:xfrm>
            <a:off x="176018" y="5283145"/>
            <a:ext cx="64330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변경 사항</a:t>
            </a:r>
            <a:endParaRPr lang="en-US" altLang="ko-KR" sz="1200" dirty="0"/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SetCustomDisplay.cs</a:t>
            </a:r>
            <a:r>
              <a:rPr lang="en-US" altLang="ko-KR" sz="1200" dirty="0"/>
              <a:t>    </a:t>
            </a:r>
            <a:r>
              <a:rPr lang="ko-KR" altLang="en-US" sz="1200" dirty="0"/>
              <a:t>춘천 코드로 분기 추가</a:t>
            </a:r>
            <a:endParaRPr lang="en-US" altLang="ko-KR" sz="1200" dirty="0"/>
          </a:p>
          <a:p>
            <a:r>
              <a:rPr lang="en-US" altLang="ko-KR" sz="1200" dirty="0"/>
              <a:t>         - </a:t>
            </a:r>
            <a:r>
              <a:rPr lang="ko-KR" altLang="en-US" sz="1200" dirty="0"/>
              <a:t>개체정보 페이지  </a:t>
            </a:r>
            <a:r>
              <a:rPr lang="en-US" altLang="ko-KR" sz="1200" dirty="0" err="1"/>
              <a:t>ChuncheonRun.xaml</a:t>
            </a:r>
            <a:r>
              <a:rPr lang="en-US" altLang="ko-KR" sz="1200" dirty="0"/>
              <a:t> </a:t>
            </a:r>
            <a:r>
              <a:rPr lang="ko-KR" altLang="en-US" sz="1200" dirty="0"/>
              <a:t>경매진행 화면</a:t>
            </a:r>
            <a:endParaRPr lang="en-US" altLang="ko-KR" sz="1200" dirty="0"/>
          </a:p>
          <a:p>
            <a:r>
              <a:rPr lang="en-US" altLang="ko-KR" sz="1200" dirty="0"/>
              <a:t>         - </a:t>
            </a:r>
            <a:r>
              <a:rPr lang="ko-KR" altLang="en-US" sz="1200" dirty="0"/>
              <a:t>유전능력 페이지  </a:t>
            </a:r>
            <a:r>
              <a:rPr lang="en-US" altLang="ko-KR" sz="1200" dirty="0"/>
              <a:t>AuctionRunning2.xaml </a:t>
            </a:r>
            <a:r>
              <a:rPr lang="ko-KR" altLang="en-US" sz="1200" dirty="0"/>
              <a:t>유전능력 화면</a:t>
            </a:r>
            <a:endParaRPr lang="en-US" altLang="ko-KR" sz="1200" dirty="0"/>
          </a:p>
          <a:p>
            <a:r>
              <a:rPr lang="en-US" altLang="ko-KR" sz="1200" dirty="0"/>
              <a:t>         - </a:t>
            </a:r>
            <a:r>
              <a:rPr lang="ko-KR" altLang="en-US" sz="1200" dirty="0"/>
              <a:t>낙찰 페이지  </a:t>
            </a:r>
            <a:r>
              <a:rPr lang="en-US" altLang="ko-KR" sz="1200" dirty="0" err="1"/>
              <a:t>ChuncheonSold.xaml</a:t>
            </a:r>
            <a:r>
              <a:rPr lang="en-US" altLang="ko-KR" sz="1200" dirty="0"/>
              <a:t> </a:t>
            </a:r>
            <a:r>
              <a:rPr lang="ko-KR" altLang="en-US" sz="1200" dirty="0"/>
              <a:t>낙찰 화면</a:t>
            </a:r>
            <a:endParaRPr lang="en-US" altLang="ko-KR" sz="1200" dirty="0"/>
          </a:p>
          <a:p>
            <a:r>
              <a:rPr lang="en-US" altLang="ko-KR" sz="1200" dirty="0"/>
              <a:t>         - </a:t>
            </a:r>
            <a:r>
              <a:rPr lang="ko-KR" altLang="en-US" sz="1200" dirty="0"/>
              <a:t>유찰 페이지  </a:t>
            </a:r>
            <a:r>
              <a:rPr lang="en-US" altLang="ko-KR" sz="1200" dirty="0" err="1"/>
              <a:t>ChuncheonUnSold.xaml</a:t>
            </a:r>
            <a:r>
              <a:rPr lang="en-US" altLang="ko-KR" sz="1200" dirty="0"/>
              <a:t> </a:t>
            </a:r>
            <a:r>
              <a:rPr lang="ko-KR" altLang="en-US" sz="1200" dirty="0"/>
              <a:t>유찰 화면</a:t>
            </a:r>
            <a:endParaRPr lang="en-US" altLang="ko-KR" sz="1200" dirty="0"/>
          </a:p>
          <a:p>
            <a:r>
              <a:rPr lang="en-US" altLang="ko-KR" sz="1200" dirty="0"/>
              <a:t>         - </a:t>
            </a:r>
            <a:r>
              <a:rPr lang="en-US" altLang="ko-KR" sz="1200" dirty="0" err="1"/>
              <a:t>AnimalParseData.cs</a:t>
            </a:r>
            <a:r>
              <a:rPr lang="en-US" altLang="ko-KR" sz="1200" dirty="0"/>
              <a:t> -&gt; </a:t>
            </a:r>
            <a:r>
              <a:rPr lang="ko-KR" altLang="ko-KR" sz="1200" dirty="0"/>
              <a:t>춘천 축협 코드일 경우 친자일치 값을 강제로 비활성화("-") 처리</a:t>
            </a:r>
          </a:p>
          <a:p>
            <a:endParaRPr lang="en-US" altLang="ko-KR" sz="1200" dirty="0"/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78644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91</Words>
  <Application>Microsoft Office PowerPoint</Application>
  <PresentationFormat>A4 용지(210x297mm)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현철 박</cp:lastModifiedBy>
  <cp:revision>4</cp:revision>
  <dcterms:created xsi:type="dcterms:W3CDTF">2026-07-08T02:31:22Z</dcterms:created>
  <dcterms:modified xsi:type="dcterms:W3CDTF">2026-07-23T22:54:55Z</dcterms:modified>
</cp:coreProperties>
</file>