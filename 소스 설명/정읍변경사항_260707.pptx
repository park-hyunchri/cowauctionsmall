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8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272" y="12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251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824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48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919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418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92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994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831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78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972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ACE7-17C0-401D-973C-0D7D0739C283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10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4ACE7-17C0-401D-973C-0D7D0739C283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9CD32-FB4A-4EFC-BBE9-7CC4F3416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56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36" y="1150280"/>
            <a:ext cx="1047896" cy="1105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6020" y="307818"/>
            <a:ext cx="6433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* </a:t>
            </a:r>
            <a:r>
              <a:rPr lang="ko-KR" altLang="en-US" dirty="0" smtClean="0"/>
              <a:t>순정</a:t>
            </a:r>
            <a:r>
              <a:rPr lang="en-US" altLang="ko-KR" dirty="0" smtClean="0"/>
              <a:t>(</a:t>
            </a:r>
            <a:r>
              <a:rPr lang="ko-KR" altLang="en-US" dirty="0" smtClean="0"/>
              <a:t>정읍</a:t>
            </a:r>
            <a:r>
              <a:rPr lang="en-US" altLang="ko-KR" dirty="0" smtClean="0"/>
              <a:t>) </a:t>
            </a:r>
            <a:r>
              <a:rPr lang="ko-KR" altLang="en-US" dirty="0" smtClean="0"/>
              <a:t>축협 낙찰화면 수정</a:t>
            </a:r>
            <a:endParaRPr lang="en-US" altLang="ko-KR" dirty="0" smtClean="0"/>
          </a:p>
          <a:p>
            <a:r>
              <a:rPr lang="en-US" altLang="ko-KR" dirty="0" smtClean="0"/>
              <a:t>   </a:t>
            </a:r>
            <a:r>
              <a:rPr lang="en-US" altLang="ko-KR" sz="1200" dirty="0" smtClean="0"/>
              <a:t>- 260707 </a:t>
            </a:r>
            <a:r>
              <a:rPr lang="ko-KR" altLang="en-US" sz="1200" dirty="0" smtClean="0"/>
              <a:t>화면 </a:t>
            </a:r>
            <a:r>
              <a:rPr lang="ko-KR" altLang="en-US" sz="1200" dirty="0" err="1" smtClean="0"/>
              <a:t>변경위해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S/W </a:t>
            </a:r>
            <a:r>
              <a:rPr lang="ko-KR" altLang="en-US" sz="1200" dirty="0" smtClean="0"/>
              <a:t>버전업처리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전체 화면 재구성</a:t>
            </a:r>
            <a:endParaRPr lang="ko-KR" altLang="en-US" sz="12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41" y="1150280"/>
            <a:ext cx="1209844" cy="1200318"/>
          </a:xfrm>
          <a:prstGeom prst="rect">
            <a:avLst/>
          </a:prstGeom>
        </p:spPr>
      </p:pic>
      <p:sp>
        <p:nvSpPr>
          <p:cNvPr id="7" name="오른쪽 화살표 6"/>
          <p:cNvSpPr/>
          <p:nvPr/>
        </p:nvSpPr>
        <p:spPr>
          <a:xfrm>
            <a:off x="1484770" y="1493822"/>
            <a:ext cx="516047" cy="3078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51" y="2474254"/>
            <a:ext cx="1000265" cy="103837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2641" y="2474254"/>
            <a:ext cx="2448267" cy="1181265"/>
          </a:xfrm>
          <a:prstGeom prst="rect">
            <a:avLst/>
          </a:prstGeom>
        </p:spPr>
      </p:pic>
      <p:sp>
        <p:nvSpPr>
          <p:cNvPr id="10" name="오른쪽 화살표 9"/>
          <p:cNvSpPr/>
          <p:nvPr/>
        </p:nvSpPr>
        <p:spPr>
          <a:xfrm>
            <a:off x="1475716" y="2839530"/>
            <a:ext cx="516047" cy="3078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136" y="4055145"/>
            <a:ext cx="1991003" cy="99073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1150280"/>
            <a:ext cx="2391109" cy="122889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4986" y="3989561"/>
            <a:ext cx="3658111" cy="1209844"/>
          </a:xfrm>
          <a:prstGeom prst="rect">
            <a:avLst/>
          </a:prstGeom>
        </p:spPr>
      </p:pic>
      <p:sp>
        <p:nvSpPr>
          <p:cNvPr id="14" name="오른쪽 화살표 13"/>
          <p:cNvSpPr/>
          <p:nvPr/>
        </p:nvSpPr>
        <p:spPr>
          <a:xfrm>
            <a:off x="2419539" y="4396605"/>
            <a:ext cx="516047" cy="3078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136" y="5603829"/>
            <a:ext cx="990738" cy="100979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2739" y="5599031"/>
            <a:ext cx="2429214" cy="1238423"/>
          </a:xfrm>
          <a:prstGeom prst="rect">
            <a:avLst/>
          </a:prstGeom>
        </p:spPr>
      </p:pic>
      <p:sp>
        <p:nvSpPr>
          <p:cNvPr id="17" name="오른쪽 화살표 16"/>
          <p:cNvSpPr/>
          <p:nvPr/>
        </p:nvSpPr>
        <p:spPr>
          <a:xfrm>
            <a:off x="1461207" y="5910424"/>
            <a:ext cx="516047" cy="3078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04356" y="3989561"/>
            <a:ext cx="1219370" cy="121937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07882" y="3989561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43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</TotalTime>
  <Words>19</Words>
  <Application>Microsoft Office PowerPoint</Application>
  <PresentationFormat>A4 용지(210x297mm)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2</cp:revision>
  <dcterms:created xsi:type="dcterms:W3CDTF">2026-07-08T02:31:22Z</dcterms:created>
  <dcterms:modified xsi:type="dcterms:W3CDTF">2026-07-08T03:54:06Z</dcterms:modified>
</cp:coreProperties>
</file>